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14630400" cy="8229600"/>
  <p:notesSz cx="8229600" cy="14630400"/>
  <p:embeddedFontLst>
    <p:embeddedFont>
      <p:font typeface="Instrument Sans Medium" panose="020B0604020202020204" charset="0"/>
      <p:regular r:id="rId10"/>
    </p:embeddedFont>
    <p:embeddedFont>
      <p:font typeface="Instrument Sans Semi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90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ATM Simulator in 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practical demonstration of core ATM functionalities including secure authentication ,balance management and transaction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tracking using persistent file storage in C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592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Sahil Dabra</a:t>
            </a: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| SAP ID: 590023527 | Batch 60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39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Definition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96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9178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managing your own money all over the world is very tough and carrying money with you physically is unsafe and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</a:rPr>
              <a:t>problematic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96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Scope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791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PIN-based authentication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23398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banking operations (withdraw, deposit, balance inquiry)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0390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 history tracking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4812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Persistent data storage using files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923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Account security with lockout mechanism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753"/>
            <a:ext cx="57503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Solution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54160"/>
            <a:ext cx="6407944" cy="2728436"/>
          </a:xfrm>
          <a:prstGeom prst="roundRect">
            <a:avLst>
              <a:gd name="adj" fmla="val 349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08859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27564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2995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Authentication Layer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48626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PIN verification with 3-attempt limit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8224" y="398526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Account lockout on failed attempts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1854160"/>
            <a:ext cx="6408063" cy="2728436"/>
          </a:xfrm>
          <a:prstGeom prst="roundRect">
            <a:avLst>
              <a:gd name="adj" fmla="val 349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2088594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62982" y="2995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Menu System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662982" y="348626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Six core operations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662982" y="398526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User-friendly interface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809411"/>
            <a:ext cx="6407944" cy="2728436"/>
          </a:xfrm>
          <a:prstGeom prst="roundRect">
            <a:avLst>
              <a:gd name="adj" fmla="val 349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24" y="5043845"/>
            <a:ext cx="680442" cy="680442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File Management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028224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account.txt stores user’s data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028224" y="694051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transactions.txt logs history</a:t>
            </a:r>
            <a:endParaRPr lang="en-US" sz="1750" dirty="0"/>
          </a:p>
        </p:txBody>
      </p:sp>
      <p:sp>
        <p:nvSpPr>
          <p:cNvPr id="20" name="Shape 13"/>
          <p:cNvSpPr/>
          <p:nvPr/>
        </p:nvSpPr>
        <p:spPr>
          <a:xfrm>
            <a:off x="7428548" y="4809411"/>
            <a:ext cx="6408063" cy="2728436"/>
          </a:xfrm>
          <a:prstGeom prst="roundRect">
            <a:avLst>
              <a:gd name="adj" fmla="val 349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982" y="5043845"/>
            <a:ext cx="680442" cy="680442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24" name="Text 15"/>
          <p:cNvSpPr/>
          <p:nvPr/>
        </p:nvSpPr>
        <p:spPr>
          <a:xfrm>
            <a:off x="7662982" y="644151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Immediate data persistence</a:t>
            </a:r>
            <a:endParaRPr lang="en-US" sz="1750" dirty="0"/>
          </a:p>
        </p:txBody>
      </p:sp>
      <p:sp>
        <p:nvSpPr>
          <p:cNvPr id="25" name="Text 16"/>
          <p:cNvSpPr/>
          <p:nvPr/>
        </p:nvSpPr>
        <p:spPr>
          <a:xfrm>
            <a:off x="7662982" y="694051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maintained across sessions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Flow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Initialize &amp; Load Data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 account.txt or create default (PIN: 1234, Balance: 5000)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Check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account not locked, prompt for PIN (max 3 attempts)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Main Menu Loop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 6 options, execute chosen operation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Update &amp; Save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Persist changes to files, log transaction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Exit or Repeat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 to menu or terminate session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67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Code Demonstration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56253"/>
            <a:ext cx="465927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Functions Implemented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561868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1388"/>
            <a:ext cx="4196358" cy="12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084" y="3128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load() &amp; save()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361926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Read/write PIN, lock status, and balance from account.txt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2561868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531388"/>
            <a:ext cx="4196358" cy="121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78933" y="239184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5474256" y="3128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addTrans()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74256" y="361926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Append transaction details to transactions.txt with amount and updated balance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9640133" y="2561868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531388"/>
            <a:ext cx="4196358" cy="121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897427" y="3128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trimOld()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9897427" y="361926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Keep only last 5 transactions by reading into array and rewriting file</a:t>
            </a:r>
            <a:endParaRPr lang="en-US" sz="1750" dirty="0"/>
          </a:p>
        </p:txBody>
      </p:sp>
      <p:sp>
        <p:nvSpPr>
          <p:cNvPr id="22" name="Shape 14"/>
          <p:cNvSpPr/>
          <p:nvPr/>
        </p:nvSpPr>
        <p:spPr>
          <a:xfrm>
            <a:off x="793790" y="5532239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01759"/>
            <a:ext cx="6407944" cy="12192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540" y="5192078"/>
            <a:ext cx="680442" cy="68044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51084" y="6099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statement()</a:t>
            </a:r>
            <a:endParaRPr lang="en-US" sz="2200" dirty="0"/>
          </a:p>
        </p:txBody>
      </p:sp>
      <p:sp>
        <p:nvSpPr>
          <p:cNvPr id="27" name="Text 17"/>
          <p:cNvSpPr/>
          <p:nvPr/>
        </p:nvSpPr>
        <p:spPr>
          <a:xfrm>
            <a:off x="1051084" y="658963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 mini statement by reading and printing transaction file contents</a:t>
            </a:r>
            <a:endParaRPr lang="en-US" sz="1750" dirty="0"/>
          </a:p>
        </p:txBody>
      </p:sp>
      <p:sp>
        <p:nvSpPr>
          <p:cNvPr id="28" name="Shape 18"/>
          <p:cNvSpPr/>
          <p:nvPr/>
        </p:nvSpPr>
        <p:spPr>
          <a:xfrm>
            <a:off x="7428548" y="5532239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501759"/>
            <a:ext cx="6407944" cy="12192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496371" y="536221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  <p:sp>
        <p:nvSpPr>
          <p:cNvPr id="32" name="Text 20"/>
          <p:cNvSpPr/>
          <p:nvPr/>
        </p:nvSpPr>
        <p:spPr>
          <a:xfrm>
            <a:off x="7685842" y="6099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chnagepin()</a:t>
            </a:r>
            <a:endParaRPr lang="en-US" sz="2200" dirty="0"/>
          </a:p>
        </p:txBody>
      </p:sp>
      <p:sp>
        <p:nvSpPr>
          <p:cNvPr id="33" name="Text 21"/>
          <p:cNvSpPr/>
          <p:nvPr/>
        </p:nvSpPr>
        <p:spPr>
          <a:xfrm>
            <a:off x="7685842" y="658963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 PIN variable and immediately persist to file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77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3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Libraries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94616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stdio.h — I/O operations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36814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string.h — String handling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88161" y="3013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Structures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88161" y="3594616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Global variables for state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88161" y="4036814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2D char array for transactions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88161" y="4479012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 pointers for persistence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782532" y="3013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82532" y="3594616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 handling (read/write)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82532" y="4036814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Menu-driven design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782532" y="4479012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validation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782532" y="4921210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management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3951" y="587371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"This project bridges theoretical C programming concepts with practical banking system implementation"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618559"/>
            <a:ext cx="30480" cy="873204"/>
          </a:xfrm>
          <a:prstGeom prst="rect">
            <a:avLst/>
          </a:prstGeom>
          <a:solidFill>
            <a:srgbClr val="D5D5D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8047"/>
            <a:ext cx="66772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&amp; 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38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Outcomes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4459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Successfully simulated ATM operations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881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Implemented all the 4 features mentioned in topic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303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Demonstrated file I/O mastery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6170" y="4772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maintainable, menu-driven code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8167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Learning:</a:t>
            </a: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Understanding of how real banking software manages data persistence and security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7938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References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34459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YouTube tutorials on C File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8881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UPES Semester 1 Class Notes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8972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58271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for your attention!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402</Words>
  <Application>Microsoft Office PowerPoint</Application>
  <PresentationFormat>Custom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 Dabra</dc:creator>
  <cp:lastModifiedBy>Sahil Dabra</cp:lastModifiedBy>
  <cp:revision>3</cp:revision>
  <dcterms:created xsi:type="dcterms:W3CDTF">2025-12-03T12:11:49Z</dcterms:created>
  <dcterms:modified xsi:type="dcterms:W3CDTF">2025-12-03T13:15:15Z</dcterms:modified>
</cp:coreProperties>
</file>